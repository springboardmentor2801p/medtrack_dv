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10" Type="http://schemas.openxmlformats.org/officeDocument/2006/relationships/slide" Target="slide8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2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4.xml"/><Relationship Id="rId10" Type="http://schemas.openxmlformats.org/officeDocument/2006/relationships/slide" Target="slide8.xml"/><Relationship Id="rId4" Type="http://schemas.openxmlformats.org/officeDocument/2006/relationships/slide" Target="slide2.xml"/><Relationship Id="rId9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slide" Target="slide1.xml"/><Relationship Id="rId7" Type="http://schemas.openxmlformats.org/officeDocument/2006/relationships/slide" Target="slide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5.xml"/><Relationship Id="rId10" Type="http://schemas.openxmlformats.org/officeDocument/2006/relationships/slide" Target="slide8.xml"/><Relationship Id="rId4" Type="http://schemas.openxmlformats.org/officeDocument/2006/relationships/slide" Target="slide3.xml"/><Relationship Id="rId9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" Target="slide1.xml"/><Relationship Id="rId7" Type="http://schemas.openxmlformats.org/officeDocument/2006/relationships/slide" Target="slide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6.xml"/><Relationship Id="rId10" Type="http://schemas.openxmlformats.org/officeDocument/2006/relationships/slide" Target="slide8.xml"/><Relationship Id="rId4" Type="http://schemas.openxmlformats.org/officeDocument/2006/relationships/slide" Target="slide4.xml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.xml"/><Relationship Id="rId7" Type="http://schemas.openxmlformats.org/officeDocument/2006/relationships/slide" Target="slid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7.xml"/><Relationship Id="rId10" Type="http://schemas.openxmlformats.org/officeDocument/2006/relationships/slide" Target="slide8.xml"/><Relationship Id="rId4" Type="http://schemas.openxmlformats.org/officeDocument/2006/relationships/slide" Target="slide5.xml"/><Relationship Id="rId9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.xml"/><Relationship Id="rId7" Type="http://schemas.openxmlformats.org/officeDocument/2006/relationships/slide" Target="slide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8.xml"/><Relationship Id="rId10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slide" Target="slide1.xml"/><Relationship Id="rId7" Type="http://schemas.openxmlformats.org/officeDocument/2006/relationships/slide" Target="slide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10" Type="http://schemas.openxmlformats.org/officeDocument/2006/relationships/slide" Target="slide8.xml"/><Relationship Id="rId4" Type="http://schemas.openxmlformats.org/officeDocument/2006/relationships/slide" Target="slide7.xml"/><Relationship Id="rId9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1717393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2243F"/>
                </a:solidFill>
                <a:latin typeface="Aptos"/>
              </a:defRPr>
            </a:pPr>
            <a:r>
              <a:rPr lang="en-US" sz="3400" b="1" dirty="0"/>
              <a:t>MedTrack_DV (Hospital Operations &amp; Patient Analytics Dashboard)</a:t>
            </a:r>
            <a:endParaRPr sz="3400" b="1" dirty="0">
              <a:solidFill>
                <a:srgbClr val="12243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79681" y="2546604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10031" y="3429000"/>
            <a:ext cx="4864608" cy="735073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rPr sz="1700" b="0" dirty="0">
                <a:solidFill>
                  <a:srgbClr val="1F2937"/>
                </a:solidFill>
                <a:latin typeface="Aptos"/>
              </a:rPr>
              <a:t>Infosys Springboard Internship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F2937"/>
                </a:solidFill>
                <a:latin typeface="Aptos"/>
              </a:defRPr>
            </a:pPr>
            <a:r>
              <a:rPr sz="1700" b="0" dirty="0">
                <a:solidFill>
                  <a:srgbClr val="1F2937"/>
                </a:solidFill>
                <a:latin typeface="Aptos"/>
              </a:rPr>
              <a:t>Presented by: Miriyam Revathi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523961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7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2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60939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lang="en-US" sz="3000" b="1" dirty="0">
                <a:solidFill>
                  <a:srgbClr val="12243F"/>
                </a:solidFill>
                <a:latin typeface="Aptos"/>
              </a:rPr>
              <a:t>Module </a:t>
            </a:r>
            <a:r>
              <a:rPr sz="3000" b="1" dirty="0">
                <a:solidFill>
                  <a:srgbClr val="12243F"/>
                </a:solidFill>
                <a:latin typeface="Aptos"/>
              </a:rPr>
              <a:t>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3090672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Collect healthcare datasets from Kaggle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Integrate multiple datasets into one dataset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Clean and preprocess the data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Prepare a reliable dataset for further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3047923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7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3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96012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sz="3000" b="1" dirty="0">
                <a:solidFill>
                  <a:srgbClr val="12243F"/>
                </a:solidFill>
                <a:latin typeface="Aptos"/>
              </a:rPr>
              <a:t>Data Collection &amp;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206620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Source: Kaggle Healthcare Datasets</a:t>
            </a:r>
            <a:endParaRPr lang="en-US" sz="1800" b="0" dirty="0">
              <a:solidFill>
                <a:srgbClr val="1F2937"/>
              </a:solidFill>
              <a:latin typeface="Aptos"/>
            </a:endParaRP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lang="en-US" dirty="0">
                <a:solidFill>
                  <a:srgbClr val="1F2937"/>
                </a:solidFill>
                <a:latin typeface="Aptos"/>
              </a:rPr>
              <a:t>India.gov</a:t>
            </a:r>
            <a:endParaRPr sz="1800" b="0" dirty="0">
              <a:solidFill>
                <a:srgbClr val="1F2937"/>
              </a:solidFill>
              <a:latin typeface="Aptos"/>
            </a:endParaRP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Reviewed dataset structure and selected relevant attributes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Integrated datasets into hospital_raw_data.csv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Initial dataset: 300 records, 47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4571885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6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5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7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4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96012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sz="3000" b="1" dirty="0">
                <a:solidFill>
                  <a:srgbClr val="12243F"/>
                </a:solidFill>
                <a:latin typeface="Aptos"/>
              </a:rPr>
              <a:t>Data Cleaning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3090672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Removed 18 duplicate records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Handled missing values (Median for numerical, Mode for categorical)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Standardized department names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Normalized selected healthcare indicators using Min-Max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6095847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5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96012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sz="3000" b="1" dirty="0">
                <a:solidFill>
                  <a:srgbClr val="12243F"/>
                </a:solidFill>
                <a:latin typeface="Aptos"/>
              </a:rPr>
              <a:t>Tools &amp; Technologies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3090672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Python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Pandas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Visual Studio Code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Kaggle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7619809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7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4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5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6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96012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sz="3000" b="1" dirty="0">
                <a:solidFill>
                  <a:srgbClr val="12243F"/>
                </a:solidFill>
                <a:latin typeface="Aptos"/>
              </a:rPr>
              <a:t>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2407326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lang="en-US" sz="1800" b="0" dirty="0">
                <a:solidFill>
                  <a:srgbClr val="1F2937"/>
                </a:solidFill>
                <a:latin typeface="Aptos"/>
              </a:rPr>
              <a:t>Raw data:2.5k+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Original Records: 300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Duplicate Records Removed: 18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Final Records: 282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Columns: 47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Output Files: hospital_raw_data.csv, hospital_cleaning.csv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9143771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7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8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4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5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7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96012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sz="3000" b="1" dirty="0">
                <a:solidFill>
                  <a:srgbClr val="12243F"/>
                </a:solidFill>
                <a:latin typeface="Aptos"/>
              </a:rPr>
              <a:t>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3090672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Kaggle Dataset → Data Collection → Data Integration → Data Cleaning → Clean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0667733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7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8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5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slide_08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749808"/>
            <a:ext cx="5074920" cy="32986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20624"/>
            <a:ext cx="502920" cy="292608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29690"/>
                </a:solidFill>
                <a:latin typeface="Aptos"/>
              </a:defRPr>
            </a:pPr>
            <a:r>
              <a:rPr sz="1000" b="1" dirty="0">
                <a:solidFill>
                  <a:srgbClr val="12969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5413248" cy="96012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12243F"/>
                </a:solidFill>
                <a:latin typeface="Aptos"/>
              </a:defRPr>
            </a:pPr>
            <a:r>
              <a:rPr sz="3000" b="1" dirty="0">
                <a:solidFill>
                  <a:srgbClr val="12243F"/>
                </a:solidFill>
                <a:latin typeface="Aptos"/>
              </a:rP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5358384" cy="3584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2148840"/>
            <a:ext cx="4864608" cy="3090672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Successfully created a clean and consistent healthcare dataset.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Dataset is ready for analysis in the next phase of the internship.</a:t>
            </a:r>
          </a:p>
          <a:p>
            <a:pPr algn="l">
              <a:spcAft>
                <a:spcPts val="500"/>
              </a:spcAft>
              <a:defRPr sz="1800" b="0">
                <a:solidFill>
                  <a:srgbClr val="1F2937"/>
                </a:solidFill>
                <a:latin typeface="Aptos"/>
              </a:defRPr>
            </a:pPr>
            <a:r>
              <a:rPr sz="1800" b="0" dirty="0">
                <a:solidFill>
                  <a:srgbClr val="1F2937"/>
                </a:solidFill>
                <a:latin typeface="Apto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50992"/>
            <a:ext cx="3931920" cy="237744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64748B"/>
                </a:solidFill>
                <a:latin typeface="Aptos"/>
              </a:defRPr>
            </a:pPr>
            <a:r>
              <a:rPr sz="800" b="1" dirty="0">
                <a:solidFill>
                  <a:srgbClr val="64748B"/>
                </a:solidFill>
                <a:latin typeface="Aptos"/>
              </a:rPr>
              <a:t>Healthcare Data Integration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6576"/>
          </a:xfrm>
          <a:prstGeom prst="rect">
            <a:avLst/>
          </a:prstGeom>
          <a:solidFill>
            <a:srgbClr val="129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64592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Home</a:t>
            </a:r>
          </a:p>
        </p:txBody>
      </p:sp>
      <p:sp>
        <p:nvSpPr>
          <p:cNvPr id="13" name="Rounded Rectangle 12">
            <a:hlinkClick r:id="rId4" action="ppaction://hlinksldjump"/>
          </p:cNvPr>
          <p:cNvSpPr/>
          <p:nvPr/>
        </p:nvSpPr>
        <p:spPr>
          <a:xfrm>
            <a:off x="694944" y="6556248"/>
            <a:ext cx="475488" cy="219456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Prev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11533327" y="6556248"/>
            <a:ext cx="475488" cy="219456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513572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538261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>
            <a:hlinkClick r:id="rId6" action="ppaction://hlinksldjump"/>
          </p:cNvPr>
          <p:cNvSpPr/>
          <p:nvPr/>
        </p:nvSpPr>
        <p:spPr>
          <a:xfrm>
            <a:off x="5629503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5876391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4</a:t>
            </a: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6123279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5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6370167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6</a:t>
            </a:r>
          </a:p>
        </p:txBody>
      </p:sp>
      <p:sp>
        <p:nvSpPr>
          <p:cNvPr id="21" name="Rounded Rectangle 20">
            <a:hlinkClick r:id="rId4" action="ppaction://hlinksldjump"/>
          </p:cNvPr>
          <p:cNvSpPr/>
          <p:nvPr/>
        </p:nvSpPr>
        <p:spPr>
          <a:xfrm>
            <a:off x="6617055" y="6565392"/>
            <a:ext cx="192024" cy="192024"/>
          </a:xfrm>
          <a:prstGeom prst="roundRect">
            <a:avLst/>
          </a:prstGeom>
          <a:solidFill>
            <a:srgbClr val="FFFFFF"/>
          </a:solidFill>
          <a:ln>
            <a:solidFill>
              <a:srgbClr val="DB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1C69D4"/>
                </a:solidFill>
                <a:latin typeface="Aptos"/>
              </a:defRPr>
            </a:pPr>
            <a:r>
              <a:rPr sz="700" b="1" dirty="0">
                <a:solidFill>
                  <a:srgbClr val="1C69D4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>
            <a:hlinkClick r:id="rId10" action="ppaction://hlinksldjump"/>
          </p:cNvPr>
          <p:cNvSpPr/>
          <p:nvPr/>
        </p:nvSpPr>
        <p:spPr>
          <a:xfrm>
            <a:off x="6863943" y="6565392"/>
            <a:ext cx="192024" cy="192024"/>
          </a:xfrm>
          <a:prstGeom prst="roundRect">
            <a:avLst/>
          </a:prstGeom>
          <a:solidFill>
            <a:srgbClr val="1C69D4"/>
          </a:solidFill>
          <a:ln>
            <a:solidFill>
              <a:srgbClr val="1C6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500"/>
              </a:spcAft>
              <a:defRPr sz="700" b="1">
                <a:solidFill>
                  <a:srgbClr val="FFFFFF"/>
                </a:solidFill>
                <a:latin typeface="Aptos"/>
              </a:defRPr>
            </a:pPr>
            <a:r>
              <a:rPr sz="700" b="1" dirty="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333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Revathi Miriyam</cp:lastModifiedBy>
  <cp:revision>4</cp:revision>
  <dcterms:created xsi:type="dcterms:W3CDTF">2013-01-27T09:14:16Z</dcterms:created>
  <dcterms:modified xsi:type="dcterms:W3CDTF">2026-07-10T14:03:22Z</dcterms:modified>
  <cp:category/>
</cp:coreProperties>
</file>