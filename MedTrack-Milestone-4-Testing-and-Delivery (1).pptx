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image" Target="../media/image-6-2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image" Target="../media/image-8-1.png"/><Relationship Id="rId11" Type="http://schemas.openxmlformats.org/officeDocument/2006/relationships/image" Target="../media/image-8-1.png"/><Relationship Id="rId12" Type="http://schemas.openxmlformats.org/officeDocument/2006/relationships/image" Target="../media/image-8-1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352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Milestone 4: Testing and Delivery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971774"/>
            <a:ext cx="972419" cy="272752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</p:sp>
      <p:sp>
        <p:nvSpPr>
          <p:cNvPr id="5" name="Text 2"/>
          <p:cNvSpPr/>
          <p:nvPr/>
        </p:nvSpPr>
        <p:spPr>
          <a:xfrm>
            <a:off x="5341010" y="2025551"/>
            <a:ext cx="136670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7–8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95471" y="1971774"/>
            <a:ext cx="965176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3120" y="2025551"/>
            <a:ext cx="135946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MEDTRACK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33360" y="2436416"/>
            <a:ext cx="6296860" cy="1592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Project:</a:t>
            </a:r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MedTrack – Hospital Operations &amp; Patient Analytics Dashboard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Milestone Focus: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Testing and validation of the developed dashboards; KPI calculation verification; Healthcare metric validation; Dashboard interaction testing; Patient flow analytics validation; Final documentation and project delivery.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33360" y="4220666"/>
            <a:ext cx="6296860" cy="2043708"/>
          </a:xfrm>
          <a:prstGeom prst="roundRect">
            <a:avLst>
              <a:gd name="adj" fmla="val 1318"/>
            </a:avLst>
          </a:prstGeom>
          <a:solidFill>
            <a:srgbClr val="3F4652"/>
          </a:solidFill>
          <a:ln/>
        </p:spPr>
      </p:sp>
      <p:sp>
        <p:nvSpPr>
          <p:cNvPr id="10" name="Shape 7"/>
          <p:cNvSpPr/>
          <p:nvPr/>
        </p:nvSpPr>
        <p:spPr>
          <a:xfrm>
            <a:off x="5233360" y="4220666"/>
            <a:ext cx="6296860" cy="1021854"/>
          </a:xfrm>
          <a:custGeom>
            <a:avLst/>
            <a:gdLst/>
            <a:ahLst/>
            <a:cxnLst/>
            <a:rect l="l" t="t" r="r" b="b"/>
            <a:pathLst>
              <a:path w="6296860" h="1021854">
                <a:moveTo>
                  <a:pt x="22446" y="0"/>
                </a:moveTo>
                <a:lnTo>
                  <a:pt x="6274414" y="0"/>
                </a:lnTo>
                <a:arcTo hR="22446" wR="22446" stAng="16200000" swAng="5400000"/>
                <a:lnTo>
                  <a:pt x="6296860" y="1021854"/>
                </a:lnTo>
                <a:lnTo>
                  <a:pt x="0" y="1021854"/>
                </a:lnTo>
                <a:lnTo>
                  <a:pt x="0" y="22446"/>
                </a:lnTo>
                <a:arcTo hR="22446" wR="22446" stAng="10800000" swAng="5400000"/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5412843" y="4400153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7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412843" y="4782939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3360" y="5242520"/>
            <a:ext cx="6296860" cy="1021854"/>
          </a:xfrm>
          <a:custGeom>
            <a:avLst/>
            <a:gdLst/>
            <a:ahLst/>
            <a:cxnLst/>
            <a:rect l="l" t="t" r="r" b="b"/>
            <a:pathLst>
              <a:path w="6296860" h="1021854">
                <a:moveTo>
                  <a:pt x="0" y="0"/>
                </a:moveTo>
                <a:lnTo>
                  <a:pt x="6296860" y="0"/>
                </a:lnTo>
                <a:lnTo>
                  <a:pt x="6296860" y="999407"/>
                </a:lnTo>
                <a:arcTo hR="22446" wR="22446" stAng="0" swAng="5400000"/>
                <a:lnTo>
                  <a:pt x="22446" y="1021854"/>
                </a:lnTo>
                <a:arcTo hR="22446" wR="22446" stAng="5400000" swAng="5400000"/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5242520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15" name="Text 12"/>
          <p:cNvSpPr/>
          <p:nvPr/>
        </p:nvSpPr>
        <p:spPr>
          <a:xfrm>
            <a:off x="5412843" y="5422007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8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412843" y="5804793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 &amp; Project Delivery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64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7: Testing &amp; Validation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158008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Objectives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545556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objective of Module 7 was to ensure that the MedTrack dashboards were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accurate, functional and reliable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3157538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Areas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545086"/>
            <a:ext cx="5238421" cy="1950442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KPI calculations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healthcare metrics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dashboard interactions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patient flow analytics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dashboard visualisations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filters and navigation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and resolve dashboard issues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98149" y="2175073"/>
            <a:ext cx="2550949" cy="946547"/>
          </a:xfrm>
          <a:prstGeom prst="roundRect">
            <a:avLst>
              <a:gd name="adj" fmla="val 2546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6458781" y="2335709"/>
            <a:ext cx="22296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Accurate KPIs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58781" y="2723257"/>
            <a:ext cx="222968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against source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85621" y="2175073"/>
            <a:ext cx="2550949" cy="946547"/>
          </a:xfrm>
          <a:prstGeom prst="roundRect">
            <a:avLst>
              <a:gd name="adj" fmla="val 2546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9146252" y="2335709"/>
            <a:ext cx="22296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Reliable Visualisations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6252" y="2723257"/>
            <a:ext cx="222968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Charts and graphs validated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98149" y="3258145"/>
            <a:ext cx="5238421" cy="946547"/>
          </a:xfrm>
          <a:prstGeom prst="roundRect">
            <a:avLst>
              <a:gd name="adj" fmla="val 2546"/>
            </a:avLst>
          </a:prstGeom>
          <a:solidFill>
            <a:srgbClr val="3F4652"/>
          </a:solidFill>
          <a:ln/>
        </p:spPr>
      </p:sp>
      <p:sp>
        <p:nvSpPr>
          <p:cNvPr id="14" name="Text 12"/>
          <p:cNvSpPr/>
          <p:nvPr/>
        </p:nvSpPr>
        <p:spPr>
          <a:xfrm>
            <a:off x="6458781" y="3418780"/>
            <a:ext cx="491715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Functional Dashboards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58781" y="3806329"/>
            <a:ext cx="491715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interactions confirmed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8149" y="4358283"/>
            <a:ext cx="5238421" cy="801291"/>
          </a:xfrm>
          <a:prstGeom prst="roundRect">
            <a:avLst>
              <a:gd name="adj" fmla="val 3008"/>
            </a:avLst>
          </a:prstGeom>
          <a:solidFill>
            <a:srgbClr val="183A1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8781" y="4565749"/>
            <a:ext cx="200814" cy="1606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20225" y="4521200"/>
            <a:ext cx="455571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Outcome: Accurate KPIs + Reliable Visualisations + Functional Dashboards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637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KPI Validation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51471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hospital KPIs were validated against the underlying patient dataset. KPI accuracy target of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above 95%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achieved.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842790"/>
            <a:ext cx="10868745" cy="3370263"/>
          </a:xfrm>
          <a:prstGeom prst="roundRect">
            <a:avLst>
              <a:gd name="adj" fmla="val 71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266454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686943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107432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527921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948410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368899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789388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7924" y="1849140"/>
            <a:ext cx="4342398" cy="417314"/>
          </a:xfrm>
          <a:custGeom>
            <a:avLst/>
            <a:gdLst/>
            <a:ahLst/>
            <a:cxnLst/>
            <a:rect l="l" t="t" r="r" b="b"/>
            <a:pathLst>
              <a:path w="4342398" h="417314">
                <a:moveTo>
                  <a:pt x="20083" y="0"/>
                </a:moveTo>
                <a:lnTo>
                  <a:pt x="4342398" y="0"/>
                </a:lnTo>
                <a:lnTo>
                  <a:pt x="4342398" y="417314"/>
                </a:lnTo>
                <a:lnTo>
                  <a:pt x="0" y="417314"/>
                </a:lnTo>
                <a:lnTo>
                  <a:pt x="0" y="20084"/>
                </a:lnTo>
                <a:arcTo hR="20084" wR="20083" stAng="10800000" swAng="5400000"/>
                <a:close/>
              </a:path>
            </a:pathLst>
          </a:custGeom>
          <a:solidFill>
            <a:srgbClr val="599CE8"/>
          </a:solidFill>
          <a:ln/>
        </p:spPr>
      </p:sp>
      <p:sp>
        <p:nvSpPr>
          <p:cNvPr id="13" name="Text 11"/>
          <p:cNvSpPr/>
          <p:nvPr/>
        </p:nvSpPr>
        <p:spPr>
          <a:xfrm>
            <a:off x="828555" y="1937345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KPI Metric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10322" y="1849140"/>
            <a:ext cx="3799586" cy="417314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5" name="Text 13"/>
          <p:cNvSpPr/>
          <p:nvPr/>
        </p:nvSpPr>
        <p:spPr>
          <a:xfrm>
            <a:off x="5170953" y="1937345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Validated Value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09909" y="1849140"/>
            <a:ext cx="2713962" cy="417314"/>
          </a:xfrm>
          <a:custGeom>
            <a:avLst/>
            <a:gdLst/>
            <a:ahLst/>
            <a:cxnLst/>
            <a:rect l="l" t="t" r="r" b="b"/>
            <a:pathLst>
              <a:path w="2713962" h="417314">
                <a:moveTo>
                  <a:pt x="0" y="0"/>
                </a:moveTo>
                <a:lnTo>
                  <a:pt x="2693879" y="0"/>
                </a:lnTo>
                <a:arcTo hR="20084" wR="20083" stAng="16200000" swAng="5400000"/>
                <a:lnTo>
                  <a:pt x="2713962" y="417314"/>
                </a:lnTo>
                <a:lnTo>
                  <a:pt x="0" y="417314"/>
                </a:lnTo>
                <a:lnTo>
                  <a:pt x="0" y="0"/>
                </a:lnTo>
                <a:close/>
              </a:path>
            </a:pathLst>
          </a:custGeom>
          <a:solidFill>
            <a:srgbClr val="599CE8"/>
          </a:solidFill>
          <a:ln/>
        </p:spPr>
      </p:sp>
      <p:sp>
        <p:nvSpPr>
          <p:cNvPr id="17" name="Text 15"/>
          <p:cNvSpPr/>
          <p:nvPr/>
        </p:nvSpPr>
        <p:spPr>
          <a:xfrm>
            <a:off x="8970540" y="1937345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Status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555" y="2357834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Admissions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70953" y="2357834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1,00,000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0540" y="2357834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8555" y="2778323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Length of Stay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70953" y="2778323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5.36 Days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70540" y="2778323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8555" y="3198813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Readmission Rate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70953" y="3198813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7.48%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70540" y="3198813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8555" y="3619302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Treatment Cost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70953" y="3619302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₹4,893.89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70540" y="3619302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8555" y="4039791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Bed Utilisation Rate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170953" y="4039791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81.54%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70540" y="4039791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8555" y="4460280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Occupancy Rate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170953" y="4460280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81.54%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970540" y="4460280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8555" y="4880769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Doctors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170953" y="4880769"/>
            <a:ext cx="408790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970540" y="4880769"/>
            <a:ext cx="30022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61475" y="5366643"/>
            <a:ext cx="10868745" cy="814983"/>
          </a:xfrm>
          <a:prstGeom prst="roundRect">
            <a:avLst>
              <a:gd name="adj" fmla="val 2957"/>
            </a:avLst>
          </a:prstGeom>
          <a:solidFill>
            <a:srgbClr val="183A13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06" y="5561409"/>
            <a:ext cx="200814" cy="160635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183551" y="5543252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Result: KPI calculations successfully validated; Values displayed correctly on dashboards; KPI accuracy target of above 95% achieved.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30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Testing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08398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Four Dashboards Tested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four dashboards were successfully tested.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99716"/>
            <a:ext cx="5366112" cy="2244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24033" y="180915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1156" y="2337296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Hospital Overview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156" y="2670175"/>
            <a:ext cx="5006751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Hospital-level KPIs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admissions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contribution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 and severity distribution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4108" y="1699716"/>
            <a:ext cx="5366112" cy="22442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6666" y="180915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343789" y="2337296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Patient Flow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343789" y="2670175"/>
            <a:ext cx="5006751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 trends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outcomes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 time analysis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Department-wise activity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80470"/>
            <a:ext cx="5366112" cy="22442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24033" y="418990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41156" y="4718050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Department Analytics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1156" y="5050929"/>
            <a:ext cx="5006751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performance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Readmission analysis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Efficiency comparison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summary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4108" y="4080470"/>
            <a:ext cx="5366112" cy="22442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6666" y="418990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343789" y="4718050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Resource Utilisation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343789" y="5050929"/>
            <a:ext cx="5006751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Bed utilisation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Occupancy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consumption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Capacity utilisation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9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Interaction &amp; Functional Testing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8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Interaction Testing Areas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373"/>
            <a:ext cx="5203794" cy="25134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filters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navigation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Worksheet interactions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 selection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Tooltips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Cross-dashboard consistency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responsiveness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888409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175151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5105698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Result: No major dashboard issues were identified.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1678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Validation Results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332776" y="2185988"/>
            <a:ext cx="5203794" cy="3844330"/>
          </a:xfrm>
          <a:prstGeom prst="roundRect">
            <a:avLst>
              <a:gd name="adj" fmla="val 73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2776" y="2737445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332776" y="3285728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332776" y="3834011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332776" y="4382294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332776" y="4930577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332776" y="5478859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339225" y="2192338"/>
            <a:ext cx="3114597" cy="545108"/>
          </a:xfrm>
          <a:custGeom>
            <a:avLst/>
            <a:gdLst/>
            <a:ahLst/>
            <a:cxnLst/>
            <a:rect l="l" t="t" r="r" b="b"/>
            <a:pathLst>
              <a:path w="3114597" h="545108">
                <a:moveTo>
                  <a:pt x="23627" y="0"/>
                </a:moveTo>
                <a:lnTo>
                  <a:pt x="3114597" y="0"/>
                </a:lnTo>
                <a:lnTo>
                  <a:pt x="3114597" y="545108"/>
                </a:lnTo>
                <a:lnTo>
                  <a:pt x="0" y="545108"/>
                </a:lnTo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599CE8"/>
          </a:solidFill>
          <a:ln/>
        </p:spPr>
      </p:sp>
      <p:sp>
        <p:nvSpPr>
          <p:cNvPr id="17" name="Text 14"/>
          <p:cNvSpPr/>
          <p:nvPr/>
        </p:nvSpPr>
        <p:spPr>
          <a:xfrm>
            <a:off x="6528232" y="2312095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Test Item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453822" y="2192338"/>
            <a:ext cx="2076398" cy="545108"/>
          </a:xfrm>
          <a:custGeom>
            <a:avLst/>
            <a:gdLst/>
            <a:ahLst/>
            <a:cxnLst/>
            <a:rect l="l" t="t" r="r" b="b"/>
            <a:pathLst>
              <a:path w="2076398" h="545108">
                <a:moveTo>
                  <a:pt x="0" y="0"/>
                </a:moveTo>
                <a:lnTo>
                  <a:pt x="2052771" y="0"/>
                </a:lnTo>
                <a:arcTo hR="23628" wR="23627" stAng="16200000" swAng="5400000"/>
                <a:lnTo>
                  <a:pt x="2076398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599CE8"/>
          </a:solidFill>
          <a:ln/>
        </p:spPr>
      </p:sp>
      <p:sp>
        <p:nvSpPr>
          <p:cNvPr id="19" name="Text 16"/>
          <p:cNvSpPr/>
          <p:nvPr/>
        </p:nvSpPr>
        <p:spPr>
          <a:xfrm>
            <a:off x="9642829" y="2312095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Result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528232" y="2860377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642829" y="2860377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528232" y="3408660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Navigation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642829" y="3408660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28232" y="3956943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642829" y="3956943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28232" y="4505226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Tooltips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642829" y="4505226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528232" y="5053509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Loading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642829" y="5053509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528232" y="5601791"/>
            <a:ext cx="33461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Visualisations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9642829" y="5601791"/>
            <a:ext cx="2307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05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Patient Flow Validation &amp; QA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36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Patient Flow Analytics Tested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97919"/>
            <a:ext cx="5203794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patient admission trends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outcome distribution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waiting time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length of stay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 Time vs Length of Stay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Department-wise weekday activity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755455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042198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97274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 Patient flow analytics were validated successfully.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19136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QA Checklist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32776" y="239791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loading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32776" y="2454573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577" y="2501801"/>
            <a:ext cx="113404" cy="94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2776" y="276641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types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332776" y="2823071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77" y="2870299"/>
            <a:ext cx="113404" cy="94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2776" y="313491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calculations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32776" y="3191570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577" y="3238798"/>
            <a:ext cx="113404" cy="94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32776" y="350341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metrics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332776" y="3560068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577" y="3607296"/>
            <a:ext cx="113404" cy="94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32776" y="387191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Visualisations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332776" y="3928566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577" y="3975795"/>
            <a:ext cx="113404" cy="94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32776" y="424041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6332776" y="4297065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577" y="4344293"/>
            <a:ext cx="113404" cy="94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332776" y="460890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interactions</a:t>
            </a:r>
            <a:endParaRPr lang="en-US" sz="1450" dirty="0"/>
          </a:p>
        </p:txBody>
      </p:sp>
      <p:sp>
        <p:nvSpPr>
          <p:cNvPr id="28" name="Shape 19"/>
          <p:cNvSpPr/>
          <p:nvPr/>
        </p:nvSpPr>
        <p:spPr>
          <a:xfrm>
            <a:off x="6332776" y="4665563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577" y="4712791"/>
            <a:ext cx="113404" cy="94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32776" y="4977408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Formatting and layout</a:t>
            </a:r>
            <a:endParaRPr lang="en-US" sz="1450" dirty="0"/>
          </a:p>
        </p:txBody>
      </p:sp>
      <p:sp>
        <p:nvSpPr>
          <p:cNvPr id="31" name="Shape 21"/>
          <p:cNvSpPr/>
          <p:nvPr/>
        </p:nvSpPr>
        <p:spPr>
          <a:xfrm>
            <a:off x="6332776" y="5034062"/>
            <a:ext cx="189007" cy="189012"/>
          </a:xfrm>
          <a:prstGeom prst="roundRect">
            <a:avLst>
              <a:gd name="adj" fmla="val 15001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0577" y="5081290"/>
            <a:ext cx="113404" cy="94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8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8: Documentation &amp; Project Delivery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865213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Documentation Prepared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252762"/>
            <a:ext cx="2952478" cy="2521347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source and description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definitions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guide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operations methodology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preparation methodology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descriptions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and validation results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and future scope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12207" y="1865213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Structure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012207" y="2269827"/>
            <a:ext cx="2952478" cy="1863130"/>
          </a:xfrm>
          <a:prstGeom prst="roundRect">
            <a:avLst>
              <a:gd name="adj" fmla="val 1294"/>
            </a:avLst>
          </a:prstGeom>
          <a:solidFill>
            <a:srgbClr val="2D3440"/>
          </a:solidFill>
          <a:ln/>
        </p:spPr>
      </p:sp>
      <p:sp>
        <p:nvSpPr>
          <p:cNvPr id="8" name="Text 5"/>
          <p:cNvSpPr/>
          <p:nvPr/>
        </p:nvSpPr>
        <p:spPr>
          <a:xfrm>
            <a:off x="4204984" y="2430463"/>
            <a:ext cx="2566923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MedTrack-Hospital-Analytics/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dashboard/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12207" y="4286548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Final Deliverables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12207" y="4674096"/>
            <a:ext cx="356206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​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Documentation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12207" y="4712593"/>
            <a:ext cx="160631" cy="160635"/>
          </a:xfrm>
          <a:prstGeom prst="roundRect">
            <a:avLst>
              <a:gd name="adj" fmla="val 15003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353" y="4752777"/>
            <a:ext cx="96339" cy="802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12207" y="4959548"/>
            <a:ext cx="356206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​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QA Checklist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012207" y="4998045"/>
            <a:ext cx="160631" cy="160635"/>
          </a:xfrm>
          <a:prstGeom prst="roundRect">
            <a:avLst>
              <a:gd name="adj" fmla="val 15003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353" y="5038229"/>
            <a:ext cx="96339" cy="802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12207" y="5245001"/>
            <a:ext cx="356206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​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Testing Report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012207" y="5283498"/>
            <a:ext cx="160631" cy="160635"/>
          </a:xfrm>
          <a:prstGeom prst="roundRect">
            <a:avLst>
              <a:gd name="adj" fmla="val 15003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353" y="5323681"/>
            <a:ext cx="96339" cy="802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12207" y="5530453"/>
            <a:ext cx="356206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​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Tableau Workbook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012207" y="5568950"/>
            <a:ext cx="160631" cy="160635"/>
          </a:xfrm>
          <a:prstGeom prst="roundRect">
            <a:avLst>
              <a:gd name="adj" fmla="val 15003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353" y="5609134"/>
            <a:ext cx="96339" cy="802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12207" y="5815905"/>
            <a:ext cx="2952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​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Repository – final delivery step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012207" y="5854402"/>
            <a:ext cx="160631" cy="160635"/>
          </a:xfrm>
          <a:prstGeom prst="roundRect">
            <a:avLst>
              <a:gd name="adj" fmla="val 15003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353" y="5894586"/>
            <a:ext cx="96339" cy="80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45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Final Outcome &amp; Delivery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66751"/>
            <a:ext cx="2036612" cy="272752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</p:sp>
      <p:sp>
        <p:nvSpPr>
          <p:cNvPr id="4" name="Text 2"/>
          <p:cNvSpPr/>
          <p:nvPr/>
        </p:nvSpPr>
        <p:spPr>
          <a:xfrm>
            <a:off x="769125" y="1520527"/>
            <a:ext cx="243089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 4 COMPLETION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101949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7 – Testing &amp; Validation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2552998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calculations validated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603202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391" y="2648049"/>
            <a:ext cx="107650" cy="89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1475" y="2892723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metrics verified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2942927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91" y="2987774"/>
            <a:ext cx="107650" cy="89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1475" y="3232448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interactions tested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1475" y="3282652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1" y="3327499"/>
            <a:ext cx="107650" cy="89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1475" y="3572173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flow analytics validated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61475" y="3622377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91" y="3667224"/>
            <a:ext cx="107650" cy="896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475" y="3911898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QA Checklist prepared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3962102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91" y="4006949"/>
            <a:ext cx="107650" cy="8969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1475" y="4251623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Testing Report prepared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61475" y="4301827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" y="4346674"/>
            <a:ext cx="107650" cy="8969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21267" y="2101949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8 – Documentation &amp; Delivery</a:t>
            </a:r>
            <a:endParaRPr lang="en-US" sz="1750" dirty="0"/>
          </a:p>
        </p:txBody>
      </p:sp>
      <p:sp>
        <p:nvSpPr>
          <p:cNvPr id="25" name="Text 17"/>
          <p:cNvSpPr/>
          <p:nvPr/>
        </p:nvSpPr>
        <p:spPr>
          <a:xfrm>
            <a:off x="6321267" y="2552998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documentation prepared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321267" y="2603202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183" y="2648049"/>
            <a:ext cx="107650" cy="8969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321267" y="2892723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definitions documented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6321267" y="2942927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7183" y="2987774"/>
            <a:ext cx="107650" cy="8969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321267" y="3232448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guide prepared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321267" y="3282652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183" y="3327499"/>
            <a:ext cx="107650" cy="8969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321267" y="3572173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structure defined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6321267" y="3622377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7183" y="3667224"/>
            <a:ext cx="107650" cy="8969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321267" y="3911898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Tableau workbook completed</a:t>
            </a:r>
            <a:endParaRPr lang="en-US" sz="1400" dirty="0"/>
          </a:p>
        </p:txBody>
      </p:sp>
      <p:sp>
        <p:nvSpPr>
          <p:cNvPr id="38" name="Shape 26"/>
          <p:cNvSpPr/>
          <p:nvPr/>
        </p:nvSpPr>
        <p:spPr>
          <a:xfrm>
            <a:off x="6321267" y="3962102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183" y="4006949"/>
            <a:ext cx="107650" cy="89694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321267" y="4251623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Repository – final delivery step</a:t>
            </a:r>
            <a:endParaRPr lang="en-US" sz="1400" dirty="0"/>
          </a:p>
        </p:txBody>
      </p:sp>
      <p:sp>
        <p:nvSpPr>
          <p:cNvPr id="41" name="Shape 28"/>
          <p:cNvSpPr/>
          <p:nvPr/>
        </p:nvSpPr>
        <p:spPr>
          <a:xfrm>
            <a:off x="6321267" y="4301827"/>
            <a:ext cx="179482" cy="179487"/>
          </a:xfrm>
          <a:prstGeom prst="roundRect">
            <a:avLst>
              <a:gd name="adj" fmla="val 15007"/>
            </a:avLst>
          </a:prstGeom>
          <a:solidFill>
            <a:srgbClr val="66A8EE"/>
          </a:solidFill>
          <a:ln w="19050">
            <a:solidFill>
              <a:srgbClr val="66A8EE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183" y="4346674"/>
            <a:ext cx="107650" cy="89694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661475" y="4783237"/>
            <a:ext cx="10868745" cy="973931"/>
          </a:xfrm>
          <a:prstGeom prst="roundRect">
            <a:avLst>
              <a:gd name="adj" fmla="val 2766"/>
            </a:avLst>
          </a:prstGeom>
          <a:solidFill>
            <a:srgbClr val="183A13"/>
          </a:solidFill>
          <a:ln/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957" y="5025727"/>
            <a:ext cx="224427" cy="179487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1244867" y="4998641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Outcome: MedTrack is a tested, validated and documented Tableau-based hospital analytics solution ready for final project delivery.</a:t>
            </a:r>
            <a:endParaRPr lang="en-US" sz="1400" dirty="0"/>
          </a:p>
        </p:txBody>
      </p:sp>
      <p:sp>
        <p:nvSpPr>
          <p:cNvPr id="46" name="Text 31"/>
          <p:cNvSpPr/>
          <p:nvPr/>
        </p:nvSpPr>
        <p:spPr>
          <a:xfrm>
            <a:off x="661475" y="6013053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– Questions &amp; Discussion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2026-08-17T14:13:43Z</dcterms:created>
  <dcterms:modified xsi:type="dcterms:W3CDTF">2026-08-17T14:13:43Z</dcterms:modified>
</cp:coreProperties>
</file>